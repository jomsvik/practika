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347E2-965D-4288-AA30-E586B7390BEB}" v="428" dt="2026-03-17T22:00:00.0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-104271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 b="1"/>
              <a:t>Защита практики</a:t>
            </a:r>
            <a:endParaRPr lang="ru-RU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82683" y="509815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/>
              <a:t>Выполнили студенты группы 9ИС-355К</a:t>
            </a:r>
          </a:p>
          <a:p>
            <a:r>
              <a:rPr lang="ru-RU" sz="1800"/>
              <a:t>Кажов Александр</a:t>
            </a:r>
            <a:endParaRPr lang="ru-RU" sz="1800" dirty="0"/>
          </a:p>
          <a:p>
            <a:r>
              <a:rPr lang="ru-RU" sz="1800" dirty="0"/>
              <a:t>Савченко Максим</a:t>
            </a:r>
            <a:br>
              <a:rPr lang="ru-RU" sz="1800" dirty="0"/>
            </a:br>
            <a:r>
              <a:rPr lang="ru-RU" sz="1800">
                <a:latin typeface="Aptos"/>
                <a:ea typeface="Calibri"/>
                <a:cs typeface="Calibri"/>
              </a:rPr>
              <a:t>Кузнецов </a:t>
            </a:r>
            <a:r>
              <a:rPr lang="ru-RU" sz="1800"/>
              <a:t>Констатин</a:t>
            </a:r>
            <a:br>
              <a:rPr lang="ru-RU" sz="1800" dirty="0"/>
            </a:br>
            <a:r>
              <a:rPr lang="ru-RU" sz="1800">
                <a:latin typeface="Aptos"/>
                <a:ea typeface="Calibri"/>
                <a:cs typeface="Calibri"/>
              </a:rPr>
              <a:t>Колениченко</a:t>
            </a:r>
            <a:r>
              <a:rPr lang="ru-RU" sz="1800" dirty="0">
                <a:ea typeface="+mn-lt"/>
                <a:cs typeface="+mn-lt"/>
              </a:rPr>
              <a:t> </a:t>
            </a:r>
            <a:r>
              <a:rPr lang="ru-RU" sz="1800"/>
              <a:t>Алексей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3C6A9-3C81-6196-7993-5717AF7D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C2F83C-AB18-EEAF-C4C6-A7891CA3A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25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Задачи</a:t>
            </a:r>
          </a:p>
          <a:p>
            <a:r>
              <a:rPr lang="ru-RU"/>
              <a:t>Цель</a:t>
            </a:r>
          </a:p>
          <a:p>
            <a:r>
              <a:rPr lang="ru-RU"/>
              <a:t>Технологический стек</a:t>
            </a:r>
          </a:p>
          <a:p>
            <a:r>
              <a:rPr lang="ru-RU"/>
              <a:t>Роли</a:t>
            </a:r>
          </a:p>
          <a:p>
            <a:r>
              <a:rPr lang="ru-RU"/>
              <a:t>База данных</a:t>
            </a:r>
          </a:p>
          <a:p>
            <a:r>
              <a:rPr lang="ru-RU"/>
              <a:t>Backend и Frontend</a:t>
            </a:r>
          </a:p>
          <a:p>
            <a:r>
              <a:rPr lang="ru-RU"/>
              <a:t>Тест-кейс</a:t>
            </a:r>
            <a:endParaRPr lang="ru-RU" dirty="0"/>
          </a:p>
          <a:p>
            <a:r>
              <a:rPr lang="ru-RU"/>
              <a:t>Документация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84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1BA7E-9787-3023-4E9D-CCB75E57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A1F485-A896-8A65-06C6-6C89CEFD1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78" y="2866405"/>
            <a:ext cx="6463989" cy="22790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ru-RU" sz="2000">
                <a:latin typeface="Calibri"/>
                <a:ea typeface="Calibri"/>
                <a:cs typeface="Calibri"/>
              </a:rPr>
              <a:t>  Цель практики – закрепить теоретические знания по проектированию баз данных, разработке приложений, организации совместной работы с </a:t>
            </a:r>
            <a:r>
              <a:rPr lang="af-ZA" sz="2000">
                <a:latin typeface="Calibri"/>
                <a:ea typeface="Calibri"/>
                <a:cs typeface="Calibri"/>
              </a:rPr>
              <a:t>Git </a:t>
            </a:r>
            <a:r>
              <a:rPr lang="ru-RU" sz="2000">
                <a:latin typeface="Calibri"/>
                <a:ea typeface="Calibri"/>
                <a:cs typeface="Calibri"/>
              </a:rPr>
              <a:t>и тестированию готового продукта.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Рисунок 3" descr="Изображение выглядит как шар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5E1392-8D10-81E7-576E-CA3D1EEAF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843" y="2660262"/>
            <a:ext cx="2745291" cy="323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7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82A57-FAA5-7640-9DBB-82169666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FADC42-F880-59CA-F1FB-91E45AB1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4386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ru-RU" sz="2000">
                <a:latin typeface="Calibri"/>
                <a:ea typeface="Calibri"/>
                <a:cs typeface="Calibri"/>
              </a:rPr>
              <a:t>Создание БД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r>
              <a:rPr lang="ru-RU" sz="2000">
                <a:latin typeface="Calibri"/>
                <a:ea typeface="Calibri"/>
                <a:cs typeface="Calibri"/>
              </a:rPr>
              <a:t>Создание приложения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r>
              <a:rPr lang="ru-RU" sz="2000">
                <a:latin typeface="Calibri"/>
                <a:ea typeface="Calibri"/>
                <a:cs typeface="Calibri"/>
              </a:rPr>
              <a:t>Тестирование приложения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r>
              <a:rPr lang="ru-RU" sz="2000">
                <a:latin typeface="Calibri"/>
                <a:ea typeface="Calibri"/>
                <a:cs typeface="Calibri"/>
              </a:rPr>
              <a:t>Создание документации </a:t>
            </a:r>
            <a:endParaRPr lang="ru-RU"/>
          </a:p>
        </p:txBody>
      </p:sp>
      <p:pic>
        <p:nvPicPr>
          <p:cNvPr id="4" name="Рисунок 3" descr="Изображение выглядит как игруш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03161D-6ABC-A03D-585E-8F43785C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732" y="2527609"/>
            <a:ext cx="3302999" cy="295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58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D54A0D-F11A-746F-29E7-2B618E38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Технологический стек</a:t>
            </a:r>
          </a:p>
        </p:txBody>
      </p:sp>
      <p:pic>
        <p:nvPicPr>
          <p:cNvPr id="4" name="Объект 3" descr="Изображение выглядит как Графика, символ, логотип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06790D-E073-4F67-D86F-DE5E86225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683" y="1910440"/>
            <a:ext cx="3382537" cy="1691269"/>
          </a:xfrm>
          <a:prstGeom prst="rect">
            <a:avLst/>
          </a:prstGeom>
        </p:spPr>
      </p:pic>
      <p:pic>
        <p:nvPicPr>
          <p:cNvPr id="5" name="Рисунок 4" descr="Изображение выглядит как Шрифт, логотип, Графика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02758A-BBF6-7EDD-41EE-A52BD8187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549" y="2670137"/>
            <a:ext cx="3586976" cy="1861557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логотип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06EA27-45C3-36B7-FDD7-93FFC10BC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669" y="4639837"/>
            <a:ext cx="3393224" cy="185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4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9538D-BC05-248C-2E05-DEBE535D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Роли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E770231-2F25-1A51-AABC-54DC15D31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579143"/>
              </p:ext>
            </p:extLst>
          </p:nvPr>
        </p:nvGraphicFramePr>
        <p:xfrm>
          <a:off x="838200" y="2977918"/>
          <a:ext cx="10515600" cy="136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704036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58933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Главный разработчик 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Савченко Максим Дмитриевич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73420"/>
                  </a:ext>
                </a:extLst>
              </a:tr>
              <a:tr h="318135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Создание документации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Кажов Александр Сергеевич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71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Тестировщик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Кузнецов Константин Евгеньевич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7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База данных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Колинеченко Алексей Максимович </a:t>
                      </a:r>
                      <a:endParaRPr lang="ru-RU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94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84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8E374-D8A8-11BD-589D-C7D270BC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База данных</a:t>
            </a:r>
            <a:endParaRPr lang="ru-RU"/>
          </a:p>
        </p:txBody>
      </p:sp>
      <p:pic>
        <p:nvPicPr>
          <p:cNvPr id="4" name="Объект 3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E95856-AFED-34D6-1678-D77D77E22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9399" y="4976088"/>
            <a:ext cx="3752850" cy="136207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1C5F2F-C3B4-FD67-6ECD-4AA0202C0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109" y="1684121"/>
            <a:ext cx="2979235" cy="2842865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8EF838-8B76-7EAD-B882-E116E013D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39" y="2167796"/>
            <a:ext cx="4578035" cy="415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15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3D6B4F-CCF1-A352-10E9-A24929B1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Backend и Frontend</a:t>
            </a:r>
            <a:endParaRPr lang="ru-RU" b="1" dirty="0"/>
          </a:p>
        </p:txBody>
      </p:sp>
      <p:pic>
        <p:nvPicPr>
          <p:cNvPr id="4" name="Объект 3" descr="Изображение выглядит как текст, логотип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87000D-554E-6A72-0B80-E017B6DEA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500" y="1967865"/>
            <a:ext cx="2584680" cy="2390458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4BCD46-D1ED-8A29-DAA4-640D5492D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79905"/>
            <a:ext cx="3342640" cy="275971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D42389-F9DF-1206-6EAC-3C6580A21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075" y="4029710"/>
            <a:ext cx="4235450" cy="268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43291-8D3F-A933-9087-D9E26CC1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Backend и Frontend</a:t>
            </a:r>
            <a:endParaRPr lang="ru-RU"/>
          </a:p>
          <a:p>
            <a:endParaRPr lang="ru-RU" dirty="0"/>
          </a:p>
        </p:txBody>
      </p:sp>
      <p:pic>
        <p:nvPicPr>
          <p:cNvPr id="4" name="Объект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577017-7A7F-583C-31D1-0FCA68A73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76" y="1520825"/>
            <a:ext cx="4943248" cy="2674938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башмак, обув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FA1568-24A9-A17D-881D-798D84464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65" y="1521778"/>
            <a:ext cx="4552950" cy="2676525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576D090-FBF3-D994-9989-3F05D87D3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612" y="4416742"/>
            <a:ext cx="4046855" cy="228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4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2D4A-FCC2-17CA-56FC-BF80BBE4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Тест-кейс</a:t>
            </a:r>
            <a:endParaRPr lang="ru-RU"/>
          </a:p>
        </p:txBody>
      </p:sp>
      <p:pic>
        <p:nvPicPr>
          <p:cNvPr id="4" name="Объект 3" descr="Изображение выглядит как текст, снимок экрана, число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7B0D80-DE20-7E4C-26D8-7CD94550B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1869" y="1602105"/>
            <a:ext cx="3154261" cy="3955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055BAE-CF96-203F-6819-F65C486F41FF}"/>
              </a:ext>
            </a:extLst>
          </p:cNvPr>
          <p:cNvSpPr txBox="1"/>
          <p:nvPr/>
        </p:nvSpPr>
        <p:spPr>
          <a:xfrm>
            <a:off x="396240" y="2138680"/>
            <a:ext cx="6096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 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ходе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тестирования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выполнено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43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проверки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ключевых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модулей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авторизации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каталога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корзины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админ-панели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1600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 sz="1600" b="1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Результаты</a:t>
            </a:r>
            <a:r>
              <a:rPr lang="en-US" sz="1600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dirty="0">
                <a:latin typeface="Calibri"/>
                <a:ea typeface="Calibri"/>
                <a:cs typeface="Calibri"/>
              </a:rPr>
              <a:t>В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ходе</a:t>
            </a:r>
            <a:r>
              <a:rPr lang="en-US" sz="1600" dirty="0">
                <a:latin typeface="Calibri"/>
                <a:ea typeface="Calibri"/>
                <a:cs typeface="Calibri"/>
              </a:rPr>
              <a:t> 43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проверок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выявлено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два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критических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дефекта</a:t>
            </a:r>
            <a:r>
              <a:rPr lang="en-US" sz="1600" dirty="0">
                <a:latin typeface="Calibri"/>
                <a:ea typeface="Calibri"/>
                <a:cs typeface="Calibri"/>
              </a:rPr>
              <a:t>: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модуль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заказов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недоступен</a:t>
            </a:r>
            <a:r>
              <a:rPr lang="en-US" sz="1600" dirty="0">
                <a:latin typeface="Calibri"/>
                <a:ea typeface="Calibri"/>
                <a:cs typeface="Calibri"/>
              </a:rPr>
              <a:t> (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заглушка</a:t>
            </a:r>
            <a:r>
              <a:rPr lang="en-US" sz="1600" dirty="0">
                <a:latin typeface="Calibri"/>
                <a:ea typeface="Calibri"/>
                <a:cs typeface="Calibri"/>
              </a:rPr>
              <a:t> «в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разработке</a:t>
            </a:r>
            <a:r>
              <a:rPr lang="en-US" sz="1600" dirty="0">
                <a:latin typeface="Calibri"/>
                <a:ea typeface="Calibri"/>
                <a:cs typeface="Calibri"/>
              </a:rPr>
              <a:t>»).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Остальной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функционал</a:t>
            </a:r>
            <a:r>
              <a:rPr lang="en-US" sz="1600" dirty="0">
                <a:latin typeface="Calibri"/>
                <a:ea typeface="Calibri"/>
                <a:cs typeface="Calibri"/>
              </a:rPr>
              <a:t> (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авторизация</a:t>
            </a:r>
            <a:r>
              <a:rPr lang="en-US" sz="1600" dirty="0"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каталог</a:t>
            </a:r>
            <a:r>
              <a:rPr lang="en-US" sz="1600" dirty="0"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корзина</a:t>
            </a:r>
            <a:r>
              <a:rPr lang="en-US" sz="1600" dirty="0"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админ-панель</a:t>
            </a:r>
            <a:r>
              <a:rPr lang="en-US" sz="1600" dirty="0">
                <a:latin typeface="Calibri"/>
                <a:ea typeface="Calibri"/>
                <a:cs typeface="Calibri"/>
              </a:rPr>
              <a:t>)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работает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стабильно</a:t>
            </a:r>
            <a:r>
              <a:rPr lang="en-US" sz="1600" dirty="0">
                <a:latin typeface="Calibri"/>
                <a:ea typeface="Calibri"/>
                <a:cs typeface="Calibri"/>
              </a:rPr>
              <a:t>.</a:t>
            </a:r>
            <a:endParaRPr lang="en-US" sz="1600">
              <a:solidFill>
                <a:srgbClr val="0F1115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r>
              <a:rPr lang="en-US" sz="1600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 sz="1600" b="1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Недостатки</a:t>
            </a:r>
            <a:r>
              <a:rPr lang="en-US" sz="1600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Выявлено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два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критических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дефекта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модуле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заказов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при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входе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отображается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заглушка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«в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разработке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».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Дефекты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имеют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высокий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приоритет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так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блокируют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важную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функциональность</a:t>
            </a:r>
            <a:r>
              <a:rPr lang="en-US" sz="1600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ctr"/>
            <a:endParaRPr lang="ru-RU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1395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736AF-FC14-EAAF-20C9-50D3A749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/>
              <a:t>Документация</a:t>
            </a:r>
            <a:endParaRPr lang="ru-RU"/>
          </a:p>
        </p:txBody>
      </p:sp>
      <p:pic>
        <p:nvPicPr>
          <p:cNvPr id="4" name="Объект 3" descr="Изображение выглядит как Цвет электрик, логотип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1BCADC-112E-C412-E1B7-510DD2BF6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4270" y="1695528"/>
            <a:ext cx="3267288" cy="2390582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3F2957-3C21-D54A-5B80-AB32A18F4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423" y="4230726"/>
            <a:ext cx="3264984" cy="2318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AEC3B-AF8D-1AF7-2BDE-C0DAF557295E}"/>
              </a:ext>
            </a:extLst>
          </p:cNvPr>
          <p:cNvSpPr txBox="1"/>
          <p:nvPr/>
        </p:nvSpPr>
        <p:spPr>
          <a:xfrm>
            <a:off x="724829" y="1877122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Техническое</a:t>
            </a:r>
            <a:r>
              <a:rPr lang="en-US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задание</a:t>
            </a:r>
            <a:r>
              <a:rPr lang="en-US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(ТЗ):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Документ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определил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цель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автоматизация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обувного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магазина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),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функционал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ролей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Гость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Клиент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Администратор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),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стек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технологий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(C#, WPF, PostgreSQL),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этапы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работ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состав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команды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. ТЗ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стало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основой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разработки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тестирования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b="1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Отчет</a:t>
            </a:r>
            <a:r>
              <a:rPr lang="en-US" b="1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: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 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Итоговый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отчет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структурирован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по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классической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схеме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. В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нем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зафиксированы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результаты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работ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подтвержденные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скриншотами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(Git,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интерфейс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приложения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).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Описано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применение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теоретических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знаний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семи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практических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работах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, в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выводах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отражено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соответствие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системы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ТЗ и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приобретенные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навыки</a:t>
            </a:r>
            <a:r>
              <a:rPr lang="en-US" dirty="0">
                <a:solidFill>
                  <a:srgbClr val="0F1115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ctr"/>
            <a:endParaRPr lang="ru-RU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620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B64D0-EA8D-ADEF-7981-9BA9B4A0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" y="2407285"/>
            <a:ext cx="10515600" cy="1325563"/>
          </a:xfrm>
        </p:spPr>
        <p:txBody>
          <a:bodyPr/>
          <a:lstStyle/>
          <a:p>
            <a:pPr algn="ctr"/>
            <a:r>
              <a:rPr lang="ru-RU" b="1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42628-C03A-35F6-3FAA-71FAA9215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235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Защита практики</vt:lpstr>
      <vt:lpstr>Введение</vt:lpstr>
      <vt:lpstr>Цель</vt:lpstr>
      <vt:lpstr>Задачи</vt:lpstr>
      <vt:lpstr>Технологический стек</vt:lpstr>
      <vt:lpstr>Роли</vt:lpstr>
      <vt:lpstr>База данных</vt:lpstr>
      <vt:lpstr>Backend и Frontend</vt:lpstr>
      <vt:lpstr>Backend и Frontend </vt:lpstr>
      <vt:lpstr>Тест-кейс</vt:lpstr>
      <vt:lpstr>Документация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157</cp:revision>
  <dcterms:created xsi:type="dcterms:W3CDTF">2026-03-17T15:31:15Z</dcterms:created>
  <dcterms:modified xsi:type="dcterms:W3CDTF">2026-03-17T22:01:05Z</dcterms:modified>
</cp:coreProperties>
</file>